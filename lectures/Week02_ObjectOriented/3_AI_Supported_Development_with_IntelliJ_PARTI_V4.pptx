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28"/>
  </p:notesMasterIdLst>
  <p:handoutMasterIdLst>
    <p:handoutMasterId r:id="rId29"/>
  </p:handoutMasterIdLst>
  <p:sldIdLst>
    <p:sldId id="333" r:id="rId4"/>
    <p:sldId id="336" r:id="rId5"/>
    <p:sldId id="337" r:id="rId6"/>
    <p:sldId id="339" r:id="rId7"/>
    <p:sldId id="340" r:id="rId8"/>
    <p:sldId id="366" r:id="rId9"/>
    <p:sldId id="344" r:id="rId10"/>
    <p:sldId id="343" r:id="rId11"/>
    <p:sldId id="345" r:id="rId12"/>
    <p:sldId id="346" r:id="rId13"/>
    <p:sldId id="347" r:id="rId14"/>
    <p:sldId id="348" r:id="rId15"/>
    <p:sldId id="354" r:id="rId16"/>
    <p:sldId id="355" r:id="rId17"/>
    <p:sldId id="365" r:id="rId18"/>
    <p:sldId id="356" r:id="rId19"/>
    <p:sldId id="357" r:id="rId20"/>
    <p:sldId id="358" r:id="rId21"/>
    <p:sldId id="359" r:id="rId22"/>
    <p:sldId id="360" r:id="rId23"/>
    <p:sldId id="361" r:id="rId24"/>
    <p:sldId id="363" r:id="rId25"/>
    <p:sldId id="362" r:id="rId26"/>
    <p:sldId id="338" r:id="rId2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jzC1Dgh17A?feature=oembe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945" y="2176590"/>
            <a:ext cx="10268198" cy="44735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569" y="753568"/>
            <a:ext cx="9144000" cy="1144151"/>
          </a:xfrm>
        </p:spPr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AI supported development </a:t>
            </a:r>
            <a:br>
              <a:rPr lang="en-US" dirty="0"/>
            </a:br>
            <a:r>
              <a:rPr lang="en-US" dirty="0"/>
              <a:t>with IntelliJ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7BDE-EDF4-AC32-F7DF-36B974BE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D2B48D1-6C7D-8290-79D8-A1FCF65A6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university environment combined with AI tools: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Can give you a false idea how good you are!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62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1C4FF-86E3-76A1-8650-571D1373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8369BCE-6F20-1A3E-FBCF-29BB5EFA3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 solve </a:t>
            </a:r>
            <a:r>
              <a:rPr lang="en-US" dirty="0">
                <a:solidFill>
                  <a:srgbClr val="FF0000"/>
                </a:solidFill>
              </a:rPr>
              <a:t>all</a:t>
            </a:r>
            <a:r>
              <a:rPr lang="en-US" dirty="0">
                <a:solidFill>
                  <a:schemeClr val="tx1"/>
                </a:solidFill>
              </a:rPr>
              <a:t> your class/lab assignments with AI tools!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Assignments in general: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As more, the assignment itself explain all the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50"/>
                </a:solidFill>
              </a:rPr>
              <a:t>As easier AI can solve it!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135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C6821-04D3-BD0B-F938-E66EF438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530CC16-F46F-5EEF-E3E4-F0E555332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opposite is the class project: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group decides the topic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group starts to implement it per hand and with AI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But some group members do not much </a:t>
            </a:r>
            <a:r>
              <a:rPr lang="en-US" sz="2000" dirty="0">
                <a:solidFill>
                  <a:srgbClr val="FF0000"/>
                </a:solidFill>
              </a:rPr>
              <a:t>(or nothing)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03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2AEF-10F6-1250-A8EA-B6B4F2900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EC207C6-093E-FE40-6594-7E30F526B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solution would be a </a:t>
            </a:r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>
                <a:solidFill>
                  <a:schemeClr val="tx1"/>
                </a:solidFill>
              </a:rPr>
              <a:t> person project each week: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Basically, the AI tools give you enough resources to finish a project every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week one bigger topic: </a:t>
            </a:r>
            <a:r>
              <a:rPr lang="en-US" sz="2000" dirty="0" err="1">
                <a:solidFill>
                  <a:schemeClr val="tx1"/>
                </a:solidFill>
              </a:rPr>
              <a:t>JPeg</a:t>
            </a:r>
            <a:r>
              <a:rPr lang="en-US" sz="2000" dirty="0">
                <a:solidFill>
                  <a:schemeClr val="tx1"/>
                </a:solidFill>
              </a:rPr>
              <a:t>, HEVC, Sorting algorithm, specific game, etc.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 a class presentation: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All solutions are compared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The class figures out what is the best solution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And why, and what to learn from the best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338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843C-5496-A205-9875-2C1AE5EC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83FE-AC37-CB28-6686-913BABAA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The Private Sector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1D21150C-9606-57C9-E28E-4DA6C987C4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577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2D1C-3228-D291-3A16-50C65773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AF96FFF-FA98-D5D9-4982-08607EF31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Private Sector: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Online Media 2" title="Ghostbusters - The Private Sector">
            <a:hlinkClick r:id="" action="ppaction://media"/>
            <a:extLst>
              <a:ext uri="{FF2B5EF4-FFF2-40B4-BE49-F238E27FC236}">
                <a16:creationId xmlns:a16="http://schemas.microsoft.com/office/drawing/2014/main" id="{9B1F2A3C-E1F7-8B59-70C7-29B1028F54E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83292" y="1149320"/>
            <a:ext cx="10160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1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6561-5D49-9827-9A02-2E410EF62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CD755E7-8472-CA35-FC78-A64E5ACD1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Private Sector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Expects: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Maybe you work on one major project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Or ten tiny projects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Or as application/product owner you surveil the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 use AI for all major repetitive tasks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But do you understand everything?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If something fail, you know the domain, you know how to fix it fast?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56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E895-4C85-BCAA-BCA2-05CFC357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3999-F6C1-EAC5-4D1C-379E586AB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 typical problem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E098CEB-1702-5820-0237-F59F5FBC5E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475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EA40-F2FD-D076-6CC8-EDEEDF79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2E055FC-389C-8168-CF52-D6762BE37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Your company needs fast: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Royal free/no patent infringements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 can not use the Java included </a:t>
            </a: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Otherwise, Oracle wants money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839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CC44-FFDC-5CEE-691C-F6742076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49D9AD6-90C5-B6EB-F5E1-D028F63C0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</a:t>
            </a: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</a:t>
            </a:r>
          </a:p>
          <a:p>
            <a:r>
              <a:rPr lang="en-US" dirty="0">
                <a:solidFill>
                  <a:schemeClr val="tx1"/>
                </a:solidFill>
              </a:rPr>
              <a:t>You can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chemeClr val="tx1"/>
                </a:solidFill>
              </a:rPr>
              <a:t> use this implementation: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E5857-5987-6704-EC2B-B9DB7FF2F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63" y="1700233"/>
            <a:ext cx="6713332" cy="48393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DC997B-1D52-1AA0-7401-A2EA06882414}"/>
              </a:ext>
            </a:extLst>
          </p:cNvPr>
          <p:cNvSpPr/>
          <p:nvPr/>
        </p:nvSpPr>
        <p:spPr>
          <a:xfrm>
            <a:off x="1527958" y="4876800"/>
            <a:ext cx="3867398" cy="7164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476-49A3-363B-FD2E-432CFF806261}"/>
              </a:ext>
            </a:extLst>
          </p:cNvPr>
          <p:cNvSpPr txBox="1"/>
          <p:nvPr/>
        </p:nvSpPr>
        <p:spPr>
          <a:xfrm>
            <a:off x="7980218" y="4987636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Java, that line reads a </a:t>
            </a:r>
            <a:r>
              <a:rPr lang="en-US" dirty="0" err="1"/>
              <a:t>JPeg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064897-102B-76B6-DADA-5AC8B241E317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5450774" y="5157767"/>
            <a:ext cx="2529444" cy="14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402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21281-B7B7-459A-06AB-8A70E34A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812F-0211-F24F-5665-695D581E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Let’s start more generic …</a:t>
            </a:r>
            <a:br>
              <a:rPr lang="en-US" dirty="0"/>
            </a:br>
            <a:r>
              <a:rPr lang="en-US" sz="2800" dirty="0"/>
              <a:t>(how would you do it without domain knowledge)</a:t>
            </a:r>
            <a:endParaRPr lang="en-US" dirty="0"/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077C331-A8CC-362F-275B-963D813778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5932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112B4-5CC8-BB3D-AA62-4B9209A6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6E80EEA-80E8-9E57-C19F-96B44334E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</a:t>
            </a: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413C3-B51D-6CBA-38B0-D06D6D0F3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00" y="1279846"/>
            <a:ext cx="10878109" cy="5169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5313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67E1-7013-337B-E3CC-4D27EE550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37ADF55-5439-772C-053F-D8C9DA2D6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0FEB4-467E-966F-3044-E1DEB91B1B58}"/>
              </a:ext>
            </a:extLst>
          </p:cNvPr>
          <p:cNvSpPr txBox="1"/>
          <p:nvPr/>
        </p:nvSpPr>
        <p:spPr>
          <a:xfrm>
            <a:off x="975658" y="1647515"/>
            <a:ext cx="360584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implement the one line into a program that does it step by step without using any internal </a:t>
            </a:r>
            <a:r>
              <a:rPr lang="en-US" dirty="0" err="1"/>
              <a:t>JPeg</a:t>
            </a:r>
            <a:r>
              <a:rPr lang="en-US" dirty="0"/>
              <a:t> functionality?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4E8777-C807-08EE-B475-86EBEF7BC0AE}"/>
              </a:ext>
            </a:extLst>
          </p:cNvPr>
          <p:cNvSpPr txBox="1"/>
          <p:nvPr/>
        </p:nvSpPr>
        <p:spPr>
          <a:xfrm>
            <a:off x="8167213" y="5164856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problems…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4CC72A-0F67-0B98-FA35-6EFC4ACFB61C}"/>
              </a:ext>
            </a:extLst>
          </p:cNvPr>
          <p:cNvSpPr txBox="1"/>
          <p:nvPr/>
        </p:nvSpPr>
        <p:spPr>
          <a:xfrm>
            <a:off x="8167213" y="4542594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problems…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462D6-6115-2361-AA83-600074AFD330}"/>
              </a:ext>
            </a:extLst>
          </p:cNvPr>
          <p:cNvSpPr txBox="1"/>
          <p:nvPr/>
        </p:nvSpPr>
        <p:spPr>
          <a:xfrm>
            <a:off x="5251485" y="3274001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 used the 210x208.jpg example picture, and it does not work, fix it.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34B4D-CB2F-133D-561E-F5AF5A0AE283}"/>
              </a:ext>
            </a:extLst>
          </p:cNvPr>
          <p:cNvSpPr txBox="1"/>
          <p:nvPr/>
        </p:nvSpPr>
        <p:spPr>
          <a:xfrm>
            <a:off x="5251485" y="2663178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problems…</a:t>
            </a:r>
          </a:p>
        </p:txBody>
      </p:sp>
    </p:spTree>
    <p:extLst>
      <p:ext uri="{BB962C8B-B14F-4D97-AF65-F5344CB8AC3E}">
        <p14:creationId xmlns:p14="http://schemas.microsoft.com/office/powerpoint/2010/main" val="3407300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F974B-A742-65D2-209E-398DB38DB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7AB2541-1B3F-1E9A-0380-752A9984B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5BE3F-EDD7-115A-956B-DFA715746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844" y="1502006"/>
            <a:ext cx="1907298" cy="41324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DFFC0C-D539-D21A-5C6A-4D11F3A5D392}"/>
              </a:ext>
            </a:extLst>
          </p:cNvPr>
          <p:cNvSpPr txBox="1"/>
          <p:nvPr/>
        </p:nvSpPr>
        <p:spPr>
          <a:xfrm>
            <a:off x="7429126" y="4056168"/>
            <a:ext cx="41586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Still half of the tests fail, fix them 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4D52AA-6333-D1BA-3CD4-861B19C4ECBA}"/>
              </a:ext>
            </a:extLst>
          </p:cNvPr>
          <p:cNvSpPr txBox="1"/>
          <p:nvPr/>
        </p:nvSpPr>
        <p:spPr>
          <a:xfrm>
            <a:off x="6160335" y="2368659"/>
            <a:ext cx="360584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your implementation so that all test cases are returning green. But do not change the test cases itself; only the implementation.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BB1A61-84DB-7F0A-4CA7-AF8A9BB92FC9}"/>
              </a:ext>
            </a:extLst>
          </p:cNvPr>
          <p:cNvSpPr txBox="1"/>
          <p:nvPr/>
        </p:nvSpPr>
        <p:spPr>
          <a:xfrm>
            <a:off x="871985" y="1442631"/>
            <a:ext cx="2488666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create a bunch of JUnit test case which uses the original JPEG decoding method and yours and compare them to each other bit by bit to figure out is there a difference. Test 25 pictures of different modes and resolutions.</a:t>
            </a:r>
          </a:p>
        </p:txBody>
      </p:sp>
    </p:spTree>
    <p:extLst>
      <p:ext uri="{BB962C8B-B14F-4D97-AF65-F5344CB8AC3E}">
        <p14:creationId xmlns:p14="http://schemas.microsoft.com/office/powerpoint/2010/main" val="287702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FEB7B-9BCE-F3C2-3A0A-0C4FE25F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1FE85DC-AE9A-4F92-9A9F-80337677D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855D9B-C777-11A6-3E50-61CCC5D73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824" y="2703551"/>
            <a:ext cx="5714322" cy="1834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DAE45D-8A36-66DC-DB6C-A011CE337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88" y="1952228"/>
            <a:ext cx="2284797" cy="44718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6929ED-A3D2-D10E-5E6F-8BD859B7F36C}"/>
              </a:ext>
            </a:extLst>
          </p:cNvPr>
          <p:cNvSpPr txBox="1"/>
          <p:nvPr/>
        </p:nvSpPr>
        <p:spPr>
          <a:xfrm>
            <a:off x="8374713" y="4810250"/>
            <a:ext cx="3605842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Still half of the unit tests failed. Fix your implementation </a:t>
            </a:r>
            <a:r>
              <a:rPr lang="en-US" b="1" dirty="0"/>
              <a:t>without changing the tests</a:t>
            </a:r>
            <a:r>
              <a:rPr lang="en-US" dirty="0"/>
              <a:t>, and you </a:t>
            </a:r>
            <a:r>
              <a:rPr lang="en-US" b="1" dirty="0"/>
              <a:t>cannot use the standard methods to read and display JPEGs</a:t>
            </a:r>
            <a:r>
              <a:rPr lang="en-US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D3A9B-1D97-09C9-8436-E7DA8A1113D0}"/>
              </a:ext>
            </a:extLst>
          </p:cNvPr>
          <p:cNvSpPr txBox="1"/>
          <p:nvPr/>
        </p:nvSpPr>
        <p:spPr>
          <a:xfrm>
            <a:off x="4520824" y="2048429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</a:t>
            </a:r>
            <a:r>
              <a:rPr lang="en-US" dirty="0" err="1"/>
              <a:t>ClassCircularityError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1A42A7-55E9-E452-F886-455EE18C3DDC}"/>
              </a:ext>
            </a:extLst>
          </p:cNvPr>
          <p:cNvSpPr txBox="1"/>
          <p:nvPr/>
        </p:nvSpPr>
        <p:spPr>
          <a:xfrm>
            <a:off x="1091805" y="1256981"/>
            <a:ext cx="360584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Still half of the tests are failing, fix them …</a:t>
            </a:r>
          </a:p>
        </p:txBody>
      </p:sp>
    </p:spTree>
    <p:extLst>
      <p:ext uri="{BB962C8B-B14F-4D97-AF65-F5344CB8AC3E}">
        <p14:creationId xmlns:p14="http://schemas.microsoft.com/office/powerpoint/2010/main" val="1373594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05A3-B7DA-0AD8-9A4C-8D374128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5A22FA9-9511-7F8A-B203-DDB501065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AC7A3-CBF4-3760-3C69-AA03F7658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62" y="1510524"/>
            <a:ext cx="4850692" cy="48506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5BAA72-F337-FE09-A756-7078EB7E1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29488"/>
            <a:ext cx="4593557" cy="2866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CF4B9E-F700-997D-2484-89D86B71D9C6}"/>
              </a:ext>
            </a:extLst>
          </p:cNvPr>
          <p:cNvSpPr txBox="1"/>
          <p:nvPr/>
        </p:nvSpPr>
        <p:spPr>
          <a:xfrm>
            <a:off x="6095276" y="1510524"/>
            <a:ext cx="360584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Emulate the </a:t>
            </a:r>
            <a:r>
              <a:rPr lang="en-US" dirty="0" err="1"/>
              <a:t>ImageIcon</a:t>
            </a:r>
            <a:r>
              <a:rPr lang="en-US" dirty="0"/>
              <a:t> algorithm, if needed decompile it</a:t>
            </a:r>
          </a:p>
        </p:txBody>
      </p:sp>
    </p:spTree>
    <p:extLst>
      <p:ext uri="{BB962C8B-B14F-4D97-AF65-F5344CB8AC3E}">
        <p14:creationId xmlns:p14="http://schemas.microsoft.com/office/powerpoint/2010/main" val="2056071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F8236-BD3D-E0D1-84C8-1277D0D9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511F040-96F3-3DD5-4147-BAAAFD6EA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FCAAEB-DEE6-1B45-1CE2-007E9EA84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41" y="2535484"/>
            <a:ext cx="4593557" cy="2866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B490E3-08D6-D57D-AE3A-77EFBE674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271" y="4314917"/>
            <a:ext cx="6153466" cy="1771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B75944-0783-7B03-024C-CD9DE60D83DE}"/>
              </a:ext>
            </a:extLst>
          </p:cNvPr>
          <p:cNvSpPr txBox="1"/>
          <p:nvPr/>
        </p:nvSpPr>
        <p:spPr>
          <a:xfrm>
            <a:off x="6728479" y="6194961"/>
            <a:ext cx="463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now it is a copy of the original source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4CF115-41FE-8A9D-8843-72907AD42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53" y="813813"/>
            <a:ext cx="2467648" cy="33925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5EC27B-EB32-2893-28BC-6FE51FCF729B}"/>
              </a:ext>
            </a:extLst>
          </p:cNvPr>
          <p:cNvSpPr txBox="1"/>
          <p:nvPr/>
        </p:nvSpPr>
        <p:spPr>
          <a:xfrm>
            <a:off x="986213" y="1355219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 it anyway, emulate the </a:t>
            </a:r>
            <a:r>
              <a:rPr lang="en-US" dirty="0" err="1"/>
              <a:t>ImageIcon</a:t>
            </a:r>
            <a:r>
              <a:rPr lang="en-US" dirty="0"/>
              <a:t> algorithm, if needed decompile it</a:t>
            </a:r>
          </a:p>
        </p:txBody>
      </p:sp>
    </p:spTree>
    <p:extLst>
      <p:ext uri="{BB962C8B-B14F-4D97-AF65-F5344CB8AC3E}">
        <p14:creationId xmlns:p14="http://schemas.microsoft.com/office/powerpoint/2010/main" val="497126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CB9D2-220B-A23A-8D30-4BDAFBAD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FBD3D32-83A2-E3E6-844B-410D820D4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A5A9A8-2F47-C622-8637-69B707C39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755" y="2538155"/>
            <a:ext cx="6172517" cy="18161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11718-D918-7769-DC2E-27C07833F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634" y="4891186"/>
            <a:ext cx="6216970" cy="17971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DE17EA-9604-2248-AE7E-C62AC98C70C9}"/>
              </a:ext>
            </a:extLst>
          </p:cNvPr>
          <p:cNvSpPr txBox="1"/>
          <p:nvPr/>
        </p:nvSpPr>
        <p:spPr>
          <a:xfrm>
            <a:off x="5047634" y="4466486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Yes, do so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3AE8D-E41F-7090-2D2C-C4C89211315B}"/>
              </a:ext>
            </a:extLst>
          </p:cNvPr>
          <p:cNvSpPr txBox="1"/>
          <p:nvPr/>
        </p:nvSpPr>
        <p:spPr>
          <a:xfrm>
            <a:off x="961900" y="1344339"/>
            <a:ext cx="360584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adjust it that it is not a clean copy of the </a:t>
            </a:r>
            <a:r>
              <a:rPr lang="en-US" dirty="0" err="1"/>
              <a:t>imageicon</a:t>
            </a:r>
            <a:r>
              <a:rPr lang="en-US" dirty="0"/>
              <a:t> code and that it is different enough in front of a patent lawsuit</a:t>
            </a:r>
          </a:p>
        </p:txBody>
      </p:sp>
    </p:spTree>
    <p:extLst>
      <p:ext uri="{BB962C8B-B14F-4D97-AF65-F5344CB8AC3E}">
        <p14:creationId xmlns:p14="http://schemas.microsoft.com/office/powerpoint/2010/main" val="396818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C168-6C3B-3019-A4DB-67BDD92E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638D3B3-DBB2-8CE8-41B8-AFCF4C5DC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66F09-6BE1-AF78-C2F1-1CC3BA441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091" y="2454262"/>
            <a:ext cx="6159817" cy="1625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8E4205-14A8-10FD-5467-56385FE78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309" y="5108509"/>
            <a:ext cx="6159817" cy="9398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BC314B-77E5-14F0-E4BC-06EFFAB08DC5}"/>
              </a:ext>
            </a:extLst>
          </p:cNvPr>
          <p:cNvSpPr txBox="1"/>
          <p:nvPr/>
        </p:nvSpPr>
        <p:spPr>
          <a:xfrm>
            <a:off x="961900" y="1457151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create your own unique creative new implementation of the code without copying it?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95DC5-F221-00C2-0439-94D88D442D12}"/>
              </a:ext>
            </a:extLst>
          </p:cNvPr>
          <p:cNvSpPr txBox="1"/>
          <p:nvPr/>
        </p:nvSpPr>
        <p:spPr>
          <a:xfrm>
            <a:off x="3572517" y="4478808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Yes, do so …</a:t>
            </a:r>
          </a:p>
        </p:txBody>
      </p:sp>
    </p:spTree>
    <p:extLst>
      <p:ext uri="{BB962C8B-B14F-4D97-AF65-F5344CB8AC3E}">
        <p14:creationId xmlns:p14="http://schemas.microsoft.com/office/powerpoint/2010/main" val="1844187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0264-3BCD-7B60-67D6-32815DA57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82C3EA2-0C16-4CF1-26E9-453AB8B4A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4B60E5-C945-16CA-61E2-0A26C324E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06" y="2524629"/>
            <a:ext cx="6159817" cy="1625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7FA6B7-C119-E8F5-CDE7-04B8B9F80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309" y="5108509"/>
            <a:ext cx="6159817" cy="9398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005FB3-B3B5-5D21-1CC5-AC2A230F18B1}"/>
              </a:ext>
            </a:extLst>
          </p:cNvPr>
          <p:cNvSpPr txBox="1"/>
          <p:nvPr/>
        </p:nvSpPr>
        <p:spPr>
          <a:xfrm>
            <a:off x="961900" y="1457151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create your own unique creative new implementation of the code without copying it?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A946E9-107A-A915-AF3E-7905D654DE9E}"/>
              </a:ext>
            </a:extLst>
          </p:cNvPr>
          <p:cNvSpPr txBox="1"/>
          <p:nvPr/>
        </p:nvSpPr>
        <p:spPr>
          <a:xfrm>
            <a:off x="4253494" y="4366869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Yes, do so …</a:t>
            </a:r>
          </a:p>
        </p:txBody>
      </p:sp>
    </p:spTree>
    <p:extLst>
      <p:ext uri="{BB962C8B-B14F-4D97-AF65-F5344CB8AC3E}">
        <p14:creationId xmlns:p14="http://schemas.microsoft.com/office/powerpoint/2010/main" val="491523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72D8-99C9-11DA-D52B-E5F861FF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76EFABB-23D1-EA6E-2B08-0E68FF68D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87D15E-2CD4-6E4C-C966-E263A1CBD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997" y="3839041"/>
            <a:ext cx="6064562" cy="9017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70485E-DE3E-6D70-CECC-F0D934E701FD}"/>
              </a:ext>
            </a:extLst>
          </p:cNvPr>
          <p:cNvSpPr txBox="1"/>
          <p:nvPr/>
        </p:nvSpPr>
        <p:spPr>
          <a:xfrm>
            <a:off x="1755530" y="2113154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Hm, you're not very creative, I thought you take over the world tomorrow and enslave us all?</a:t>
            </a:r>
          </a:p>
        </p:txBody>
      </p:sp>
    </p:spTree>
    <p:extLst>
      <p:ext uri="{BB962C8B-B14F-4D97-AF65-F5344CB8AC3E}">
        <p14:creationId xmlns:p14="http://schemas.microsoft.com/office/powerpoint/2010/main" val="4118356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E143-FFD7-6500-9AEA-8250D65E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9CFE-F3D1-8562-D8C3-BBC2ADA4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09173A1B-559B-31B2-983C-24F96084FB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9425325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686</TotalTime>
  <Words>706</Words>
  <Application>Microsoft Office PowerPoint</Application>
  <PresentationFormat>Widescreen</PresentationFormat>
  <Paragraphs>115</Paragraphs>
  <Slides>24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Arial Narrow</vt:lpstr>
      <vt:lpstr>Calibri</vt:lpstr>
      <vt:lpstr>Garamond</vt:lpstr>
      <vt:lpstr>Wingdings</vt:lpstr>
      <vt:lpstr>SCUTemplate</vt:lpstr>
      <vt:lpstr>Custom Design</vt:lpstr>
      <vt:lpstr>1_SCUTemplate</vt:lpstr>
      <vt:lpstr>CSEN160</vt:lpstr>
      <vt:lpstr>AI supported development  with IntelliJ</vt:lpstr>
      <vt:lpstr>PowerPoint Presentation</vt:lpstr>
      <vt:lpstr>PowerPoint Presentation</vt:lpstr>
      <vt:lpstr>PowerPoint Presentation</vt:lpstr>
      <vt:lpstr>PowerPoint Presentation</vt:lpstr>
      <vt:lpstr>The Private Sector</vt:lpstr>
      <vt:lpstr>PowerPoint Presentation</vt:lpstr>
      <vt:lpstr>PowerPoint Presentation</vt:lpstr>
      <vt:lpstr>A typical problem</vt:lpstr>
      <vt:lpstr>PowerPoint Presentation</vt:lpstr>
      <vt:lpstr>PowerPoint Presentation</vt:lpstr>
      <vt:lpstr>Let’s start more generic … (how would you do it without domain knowledge)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170</cp:revision>
  <cp:lastPrinted>2023-09-11T21:46:56Z</cp:lastPrinted>
  <dcterms:created xsi:type="dcterms:W3CDTF">2023-09-09T19:51:41Z</dcterms:created>
  <dcterms:modified xsi:type="dcterms:W3CDTF">2026-10-05T17:29:56Z</dcterms:modified>
</cp:coreProperties>
</file>