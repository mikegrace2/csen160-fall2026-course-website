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23"/>
  </p:notesMasterIdLst>
  <p:handoutMasterIdLst>
    <p:handoutMasterId r:id="rId24"/>
  </p:handoutMasterIdLst>
  <p:sldIdLst>
    <p:sldId id="333" r:id="rId4"/>
    <p:sldId id="336" r:id="rId5"/>
    <p:sldId id="337" r:id="rId6"/>
    <p:sldId id="339" r:id="rId7"/>
    <p:sldId id="341" r:id="rId8"/>
    <p:sldId id="340" r:id="rId9"/>
    <p:sldId id="342" r:id="rId10"/>
    <p:sldId id="344" r:id="rId11"/>
    <p:sldId id="343" r:id="rId12"/>
    <p:sldId id="345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38" r:id="rId2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93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112" y="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RjzC1Dgh17A?feature=oembed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945" y="2176590"/>
            <a:ext cx="10268198" cy="44735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569" y="753568"/>
            <a:ext cx="9144000" cy="1144151"/>
          </a:xfrm>
        </p:spPr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AI supported development </a:t>
            </a:r>
            <a:br>
              <a:rPr lang="en-US" dirty="0"/>
            </a:br>
            <a:r>
              <a:rPr lang="en-US" dirty="0"/>
              <a:t>with IntelliJ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B7BDE-EDF4-AC32-F7DF-36B974BE7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D2B48D1-6C7D-8290-79D8-A1FCF65A6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university environment combined with AI tools: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Can give you a very false idea how good you are!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62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1C4FF-86E3-76A1-8650-571D13737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8369BCE-6F20-1A3E-FBCF-29BB5EFA3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You solve all your class/lab assignments totally with AI tools!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Assignments in general: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As more the assignment itself explain the steps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As easier AI can solve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Maybe you believe, you are an awesome software developer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135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24B7E-2646-9027-54A7-086B3D73B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8564DE-6540-1B8D-50BC-87B67D066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Maybe you believe, you are an awesome software developer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And some students really believe it :/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39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C6821-04D3-BD0B-F938-E66EF438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530CC16-F46F-5EEF-E3E4-F0E555332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opposite from an assignment is the class project: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group decides the topic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group starts to implement it per hand and with AI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703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E8C2F-B3EA-4DDD-8070-A1BBE25F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0AA08D6-E528-BD2E-C0A5-F3A6FC752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Still can be misleading: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You are a good project, but you accomplished only something minimal.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Or you one of the project members doing nothing and watching with </a:t>
            </a:r>
            <a:r>
              <a:rPr lang="en-US" dirty="0" err="1">
                <a:solidFill>
                  <a:schemeClr val="tx1"/>
                </a:solidFill>
              </a:rPr>
              <a:t>awww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And still believe you accomplished something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363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0843C-5496-A205-9875-2C1AE5EC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83FE-AC37-CB28-6686-913BABAA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The Private Sector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1D21150C-9606-57C9-E28E-4DA6C987C4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577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2D1C-3228-D291-3A16-50C65773B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AF96FFF-FA98-D5D9-4982-08607EF31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Private Sector: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Online Media 2" title="Ghostbusters - The Private Sector">
            <a:hlinkClick r:id="" action="ppaction://media"/>
            <a:extLst>
              <a:ext uri="{FF2B5EF4-FFF2-40B4-BE49-F238E27FC236}">
                <a16:creationId xmlns:a16="http://schemas.microsoft.com/office/drawing/2014/main" id="{9B1F2A3C-E1F7-8B59-70C7-29B1028F54E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83292" y="1149320"/>
            <a:ext cx="101600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1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6561-5D49-9827-9A02-2E410EF62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CD755E7-8472-CA35-FC78-A64E5ACD1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Private Sector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Expects: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Maybe you work on one major project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Or ten tiny projects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Or as application/product owner surveil the production 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That you use AI for all major repetitive tasks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But that you understand everything in detail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If something fail, you know the domain, you know how to fix it fast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560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BE895-4C85-BCAA-BCA2-05CFC357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43999-F6C1-EAC5-4D1C-379E586AB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 typical problem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BE098CEB-1702-5820-0237-F59F5FBC5E3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4755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CEA40-F2FD-D076-6CC8-EDEEDF793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2E055FC-389C-8168-CF52-D6762BE37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Your company needs fast: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Royal free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JPeg</a:t>
            </a:r>
            <a:r>
              <a:rPr lang="en-US" dirty="0">
                <a:solidFill>
                  <a:schemeClr val="tx1"/>
                </a:solidFill>
              </a:rPr>
              <a:t> Viewer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You can not use the Java included Jpeg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Otherwise, Oracle wants money, that you do not have</a:t>
            </a:r>
          </a:p>
        </p:txBody>
      </p:sp>
    </p:spTree>
    <p:extLst>
      <p:ext uri="{BB962C8B-B14F-4D97-AF65-F5344CB8AC3E}">
        <p14:creationId xmlns:p14="http://schemas.microsoft.com/office/powerpoint/2010/main" val="2311839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CC44-FFDC-5CEE-691C-F6742076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49D9AD6-90C5-B6EB-F5E1-D028F63C0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</a:t>
            </a:r>
            <a:r>
              <a:rPr lang="en-US" dirty="0" err="1">
                <a:solidFill>
                  <a:schemeClr val="tx1"/>
                </a:solidFill>
              </a:rPr>
              <a:t>JPeg</a:t>
            </a:r>
            <a:r>
              <a:rPr lang="en-US" dirty="0">
                <a:solidFill>
                  <a:schemeClr val="tx1"/>
                </a:solidFill>
              </a:rPr>
              <a:t> viewer</a:t>
            </a:r>
          </a:p>
          <a:p>
            <a:r>
              <a:rPr lang="en-US" dirty="0">
                <a:solidFill>
                  <a:schemeClr val="tx1"/>
                </a:solidFill>
              </a:rPr>
              <a:t>You can not use this implementation: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CE5857-5987-6704-EC2B-B9DB7FF2F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63" y="1700233"/>
            <a:ext cx="6713332" cy="48393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BDC997B-1D52-1AA0-7401-A2EA06882414}"/>
              </a:ext>
            </a:extLst>
          </p:cNvPr>
          <p:cNvSpPr/>
          <p:nvPr/>
        </p:nvSpPr>
        <p:spPr>
          <a:xfrm>
            <a:off x="1527958" y="4876800"/>
            <a:ext cx="3867398" cy="7164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476-49A3-363B-FD2E-432CFF806261}"/>
              </a:ext>
            </a:extLst>
          </p:cNvPr>
          <p:cNvSpPr txBox="1"/>
          <p:nvPr/>
        </p:nvSpPr>
        <p:spPr>
          <a:xfrm>
            <a:off x="7980218" y="4987636"/>
            <a:ext cx="3668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Java, that’s it, to display a </a:t>
            </a:r>
            <a:r>
              <a:rPr lang="en-US" dirty="0" err="1"/>
              <a:t>JPeg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064897-102B-76B6-DADA-5AC8B241E317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5450774" y="5157767"/>
            <a:ext cx="2529444" cy="14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402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BD1F1-A80F-5598-5B70-711C2855A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F161-397D-BE8E-E020-1B90777B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The Project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C95ECB39-4FD1-7207-C3A8-B417C66E0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2348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4E3D2-2994-A149-867A-BCFC669F5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F536F01-B294-3154-6243-A3083A776F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Project: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 have this old Java Jpeg program that I developed years ago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It does only do lower resolutions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It is faulty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Only 10% is implemented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It is some kind of a hack</a:t>
            </a:r>
          </a:p>
        </p:txBody>
      </p:sp>
    </p:spTree>
    <p:extLst>
      <p:ext uri="{BB962C8B-B14F-4D97-AF65-F5344CB8AC3E}">
        <p14:creationId xmlns:p14="http://schemas.microsoft.com/office/powerpoint/2010/main" val="1258714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E0204-F22A-05FC-F4C1-4FA30F892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3048EEB-2A58-C053-4923-233C78BB2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Task: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 AI tools to solve all errors and implement the missing parts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Make it display all resolutions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Scale the output accordingly, so it fits in the Window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Implement all modes and features of Jpeg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Finish it tomorrow, or maybe at the end of the week</a:t>
            </a:r>
          </a:p>
        </p:txBody>
      </p:sp>
    </p:spTree>
    <p:extLst>
      <p:ext uri="{BB962C8B-B14F-4D97-AF65-F5344CB8AC3E}">
        <p14:creationId xmlns:p14="http://schemas.microsoft.com/office/powerpoint/2010/main" val="1807122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D23FB-A211-8FC1-7782-0AD1D650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14C4-292E-92C6-FE7F-6BC23E288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The Problem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966993DC-C40D-05D3-AC1A-CB96E9548C1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1829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50DDC-1AEF-CFB2-E06D-4227EC8F2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CC21A27-9D40-E516-65F3-73E30D43F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Problem: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You’re a CS major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But you actually do not know much about Jpeg at 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Telling AI to: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Analyze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Fix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Extend </a:t>
            </a:r>
          </a:p>
          <a:p>
            <a:pPr lvl="1" algn="l"/>
            <a:endParaRPr lang="en-US" dirty="0">
              <a:solidFill>
                <a:schemeClr val="tx1"/>
              </a:solidFill>
            </a:endParaRP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Does only help to some extend 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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032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E143-FFD7-6500-9AEA-8250D65E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49CFE-F3D1-8562-D8C3-BBC2ADA4B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09173A1B-559B-31B2-983C-24F96084FB4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9425325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557</TotalTime>
  <Words>460</Words>
  <Application>Microsoft Office PowerPoint</Application>
  <PresentationFormat>Widescreen</PresentationFormat>
  <Paragraphs>125</Paragraphs>
  <Slides>19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 Narrow</vt:lpstr>
      <vt:lpstr>Calibri</vt:lpstr>
      <vt:lpstr>Garamond</vt:lpstr>
      <vt:lpstr>Wingdings</vt:lpstr>
      <vt:lpstr>SCUTemplate</vt:lpstr>
      <vt:lpstr>Custom Design</vt:lpstr>
      <vt:lpstr>1_SCUTemplate</vt:lpstr>
      <vt:lpstr>CSEN160</vt:lpstr>
      <vt:lpstr>AI supported development  with IntelliJ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Private Sector</vt:lpstr>
      <vt:lpstr>PowerPoint Presentation</vt:lpstr>
      <vt:lpstr>PowerPoint Presentation</vt:lpstr>
      <vt:lpstr>A typical problem</vt:lpstr>
      <vt:lpstr>PowerPoint Presentation</vt:lpstr>
      <vt:lpstr>PowerPoint Presentation</vt:lpstr>
      <vt:lpstr>The Project</vt:lpstr>
      <vt:lpstr>PowerPoint Presentation</vt:lpstr>
      <vt:lpstr>PowerPoint Presentation</vt:lpstr>
      <vt:lpstr>The Problem</vt:lpstr>
      <vt:lpstr>PowerPoint Presentation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165</cp:revision>
  <cp:lastPrinted>2023-09-11T21:46:56Z</cp:lastPrinted>
  <dcterms:created xsi:type="dcterms:W3CDTF">2023-09-09T19:51:41Z</dcterms:created>
  <dcterms:modified xsi:type="dcterms:W3CDTF">2026-09-29T21:36:37Z</dcterms:modified>
</cp:coreProperties>
</file>