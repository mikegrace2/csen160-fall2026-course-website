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16"/>
  </p:notesMasterIdLst>
  <p:handoutMasterIdLst>
    <p:handoutMasterId r:id="rId17"/>
  </p:handoutMasterIdLst>
  <p:sldIdLst>
    <p:sldId id="333" r:id="rId3"/>
    <p:sldId id="349" r:id="rId4"/>
    <p:sldId id="409" r:id="rId5"/>
    <p:sldId id="357" r:id="rId6"/>
    <p:sldId id="352" r:id="rId7"/>
    <p:sldId id="490" r:id="rId8"/>
    <p:sldId id="359" r:id="rId9"/>
    <p:sldId id="487" r:id="rId10"/>
    <p:sldId id="488" r:id="rId11"/>
    <p:sldId id="480" r:id="rId12"/>
    <p:sldId id="355" r:id="rId13"/>
    <p:sldId id="354" r:id="rId14"/>
    <p:sldId id="489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8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9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94DD4-5043-4A3A-99E2-3B90AB8E4ADF}" type="datetime1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482688-28AB-45F1-92FC-1F2EF8C090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364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1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3823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0" r:id="rId13"/>
    <p:sldLayoutId id="2147483682" r:id="rId14"/>
    <p:sldLayoutId id="2147483683" r:id="rId15"/>
    <p:sldLayoutId id="2147483685" r:id="rId16"/>
    <p:sldLayoutId id="2147483686" r:id="rId17"/>
    <p:sldLayoutId id="2147483687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mschimpf@scu.edu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lzhou@scu.edu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6730"/>
            <a:ext cx="9144000" cy="196914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Instructor: Michael Schimpf, PhD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Email: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mschimpf@scu.edu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Course material and latest info's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On Camino</a:t>
            </a:r>
          </a:p>
          <a:p>
            <a:pPr marL="800100" lvl="1" indent="-342900" algn="l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</a:rPr>
              <a:t>Check often</a:t>
            </a:r>
          </a:p>
        </p:txBody>
      </p:sp>
    </p:spTree>
    <p:extLst>
      <p:ext uri="{BB962C8B-B14F-4D97-AF65-F5344CB8AC3E}">
        <p14:creationId xmlns:p14="http://schemas.microsoft.com/office/powerpoint/2010/main" val="3745110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Office: </a:t>
            </a:r>
            <a:r>
              <a:rPr lang="en-US" dirty="0" err="1">
                <a:solidFill>
                  <a:schemeClr val="tx1"/>
                </a:solidFill>
              </a:rPr>
              <a:t>Haefey</a:t>
            </a:r>
            <a:r>
              <a:rPr lang="en-US" dirty="0">
                <a:solidFill>
                  <a:schemeClr val="tx1"/>
                </a:solidFill>
              </a:rPr>
              <a:t> 208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Office hours: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Monday 		10:30am to 11:30am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Wednesday 	10:30am to 11:30am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Friday 		10:30am to 11:30am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589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Quizzes: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Every Friday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1 short implementation question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20 minutes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Worst quiz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187137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Team of two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Send project ideas to me before xxx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Project presentation: Friday, November 13</a:t>
            </a:r>
            <a:r>
              <a:rPr lang="en-US" b="0" baseline="30000" dirty="0">
                <a:solidFill>
                  <a:schemeClr val="tx1"/>
                </a:solidFill>
              </a:rPr>
              <a:t>th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During our lab session in: Heafey Hall 111</a:t>
            </a:r>
          </a:p>
        </p:txBody>
      </p:sp>
    </p:spTree>
    <p:extLst>
      <p:ext uri="{BB962C8B-B14F-4D97-AF65-F5344CB8AC3E}">
        <p14:creationId xmlns:p14="http://schemas.microsoft.com/office/powerpoint/2010/main" val="201774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1732-6DA5-2A98-BECD-B822A82B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56BBB71-0E69-2C11-373B-7C6A777D5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Final Exam: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Finals Week: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December 12/09/26 1:30pm to 4:30pm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30 multiple choice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4 implementation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Two cheat-sheets (letter size, front and back page)</a:t>
            </a:r>
          </a:p>
        </p:txBody>
      </p:sp>
    </p:spTree>
    <p:extLst>
      <p:ext uri="{BB962C8B-B14F-4D97-AF65-F5344CB8AC3E}">
        <p14:creationId xmlns:p14="http://schemas.microsoft.com/office/powerpoint/2010/main" val="2517038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Final Exam: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OAE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Plus one hour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No OAE office exam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If really needed, final exam can be done in my office: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Must be on the same day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Right before or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… after the regular final exam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344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 general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Zoom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Everything is in person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Quizzes and final on paper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36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6B79C1-95FA-24CD-4D68-01A74507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82" y="920086"/>
            <a:ext cx="8111937" cy="5541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644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Grade Calculation</a:t>
            </a:r>
            <a:endParaRPr lang="en-US" b="0" dirty="0">
              <a:solidFill>
                <a:schemeClr val="tx1"/>
              </a:solidFill>
            </a:endParaRP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Quizzes: 	33 1/3%</a:t>
            </a:r>
          </a:p>
          <a:p>
            <a:r>
              <a:rPr lang="en-US" b="0" dirty="0">
                <a:solidFill>
                  <a:schemeClr val="tx1"/>
                </a:solidFill>
              </a:rPr>
              <a:t>Project: 	33 1/3%</a:t>
            </a:r>
          </a:p>
          <a:p>
            <a:r>
              <a:rPr lang="en-US" b="0" dirty="0">
                <a:solidFill>
                  <a:schemeClr val="tx1"/>
                </a:solidFill>
              </a:rPr>
              <a:t>Final exam: 	33 1/3%</a:t>
            </a:r>
          </a:p>
          <a:p>
            <a:endParaRPr lang="en-US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No curving, what you see is</a:t>
            </a:r>
            <a:br>
              <a:rPr lang="en-US" b="0" dirty="0">
                <a:solidFill>
                  <a:schemeClr val="tx1"/>
                </a:solidFill>
              </a:rPr>
            </a:br>
            <a:r>
              <a:rPr lang="en-US" b="0" dirty="0">
                <a:solidFill>
                  <a:schemeClr val="tx1"/>
                </a:solidFill>
              </a:rPr>
              <a:t>what you get 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00" y="1524892"/>
            <a:ext cx="4751739" cy="359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74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116" y="1304422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Labs: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TA: </a:t>
            </a:r>
            <a:r>
              <a:rPr lang="de-DE" b="0" dirty="0">
                <a:solidFill>
                  <a:schemeClr val="tx1"/>
                </a:solidFill>
              </a:rPr>
              <a:t>Lebin Zhou </a:t>
            </a:r>
            <a:r>
              <a:rPr lang="de-DE" b="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lzhou@scu.edu</a:t>
            </a:r>
            <a:endParaRPr lang="de-DE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Heafey H111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One lab per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Should be solvable in the lab session itself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Demo your solution to the 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Commit your solution after the lab to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The worst lab will be dropped</a:t>
            </a:r>
          </a:p>
        </p:txBody>
      </p:sp>
    </p:spTree>
    <p:extLst>
      <p:ext uri="{BB962C8B-B14F-4D97-AF65-F5344CB8AC3E}">
        <p14:creationId xmlns:p14="http://schemas.microsoft.com/office/powerpoint/2010/main" val="3016853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070" y="1296330"/>
            <a:ext cx="9144000" cy="45367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Introduce yourself: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Major?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object-oriented programming?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Experience in Java/IntelliJ/GitHub?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How do you use AI?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>
                <a:solidFill>
                  <a:schemeClr val="tx1"/>
                </a:solidFill>
              </a:rPr>
              <a:t>How your friends use AI?</a:t>
            </a:r>
          </a:p>
        </p:txBody>
      </p:sp>
    </p:spTree>
    <p:extLst>
      <p:ext uri="{BB962C8B-B14F-4D97-AF65-F5344CB8AC3E}">
        <p14:creationId xmlns:p14="http://schemas.microsoft.com/office/powerpoint/2010/main" val="3905107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55D3-876C-C343-BD87-E7730E1C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07222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2421</TotalTime>
  <Words>317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CSEN160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129</cp:revision>
  <cp:lastPrinted>2023-09-11T21:46:56Z</cp:lastPrinted>
  <dcterms:created xsi:type="dcterms:W3CDTF">2023-09-09T19:51:41Z</dcterms:created>
  <dcterms:modified xsi:type="dcterms:W3CDTF">2026-09-20T01:04:37Z</dcterms:modified>
</cp:coreProperties>
</file>